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DEE88-6EB1-4026-8F58-FA8B1EA07421}" v="181" dt="2020-11-02T11:54:45.033"/>
    <p1510:client id="{24F9C824-6820-4558-83E8-271A73C3841B}" v="63" dt="2020-11-02T18:35:58.031"/>
    <p1510:client id="{4019B2C6-2F1B-40E0-8628-B45FB0BD5530}" v="60" dt="2020-11-02T14:18:51.280"/>
    <p1510:client id="{555AC313-DF11-427C-B8CC-2685089A5F93}" v="29" dt="2020-11-02T14:01:32.096"/>
    <p1510:client id="{56C2C01E-86E5-412E-B8DD-F2B4CC12BF93}" v="4" dt="2020-11-02T10:21:54.925"/>
    <p1510:client id="{64E9090A-F40B-438F-8718-946A9225202A}" v="8" dt="2020-11-02T10:24:44.002"/>
    <p1510:client id="{68673F13-D07B-45A9-8880-FB9624AC92A9}" v="7" dt="2020-11-03T10:02:53.733"/>
    <p1510:client id="{EA1A462B-4967-43BD-8461-BC76CA1D8CAB}" v="35" dt="2020-11-02T22:18:03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katerini Skoumpourdi" userId="S::askoumpourdi@athtech.gr::fad3d35d-2695-405d-ba98-c0e0198b66fa" providerId="AD" clId="Web-{56C2C01E-86E5-412E-B8DD-F2B4CC12BF93}"/>
    <pc:docChg chg="modSld">
      <pc:chgData name="Aikaterini Skoumpourdi" userId="S::askoumpourdi@athtech.gr::fad3d35d-2695-405d-ba98-c0e0198b66fa" providerId="AD" clId="Web-{56C2C01E-86E5-412E-B8DD-F2B4CC12BF93}" dt="2020-11-02T10:21:54.659" v="2" actId="1076"/>
      <pc:docMkLst>
        <pc:docMk/>
      </pc:docMkLst>
      <pc:sldChg chg="addSp delSp modSp">
        <pc:chgData name="Aikaterini Skoumpourdi" userId="S::askoumpourdi@athtech.gr::fad3d35d-2695-405d-ba98-c0e0198b66fa" providerId="AD" clId="Web-{56C2C01E-86E5-412E-B8DD-F2B4CC12BF93}" dt="2020-11-02T10:21:54.659" v="2" actId="1076"/>
        <pc:sldMkLst>
          <pc:docMk/>
          <pc:sldMk cId="0" sldId="257"/>
        </pc:sldMkLst>
        <pc:picChg chg="add mod">
          <ac:chgData name="Aikaterini Skoumpourdi" userId="S::askoumpourdi@athtech.gr::fad3d35d-2695-405d-ba98-c0e0198b66fa" providerId="AD" clId="Web-{56C2C01E-86E5-412E-B8DD-F2B4CC12BF93}" dt="2020-11-02T10:21:54.659" v="2" actId="1076"/>
          <ac:picMkLst>
            <pc:docMk/>
            <pc:sldMk cId="0" sldId="257"/>
            <ac:picMk id="2" creationId="{9AED9C36-4C8F-4D04-B805-652FA6B1D181}"/>
          </ac:picMkLst>
        </pc:picChg>
        <pc:picChg chg="del">
          <ac:chgData name="Aikaterini Skoumpourdi" userId="S::askoumpourdi@athtech.gr::fad3d35d-2695-405d-ba98-c0e0198b66fa" providerId="AD" clId="Web-{56C2C01E-86E5-412E-B8DD-F2B4CC12BF93}" dt="2020-11-02T10:21:48.347" v="1"/>
          <ac:picMkLst>
            <pc:docMk/>
            <pc:sldMk cId="0" sldId="257"/>
            <ac:picMk id="68" creationId="{00000000-0000-0000-0000-000000000000}"/>
          </ac:picMkLst>
        </pc:picChg>
      </pc:sldChg>
    </pc:docChg>
  </pc:docChgLst>
  <pc:docChgLst>
    <pc:chgData name="Nick Delis" userId="S::ndelis@athtech.gr::551c550a-09d4-4df3-bf9a-8268bcad346b" providerId="AD" clId="Web-{24F9C824-6820-4558-83E8-271A73C3841B}"/>
    <pc:docChg chg="modSld">
      <pc:chgData name="Nick Delis" userId="S::ndelis@athtech.gr::551c550a-09d4-4df3-bf9a-8268bcad346b" providerId="AD" clId="Web-{24F9C824-6820-4558-83E8-271A73C3841B}" dt="2020-11-02T18:35:58.031" v="57" actId="20577"/>
      <pc:docMkLst>
        <pc:docMk/>
      </pc:docMkLst>
      <pc:sldChg chg="addSp delSp modSp">
        <pc:chgData name="Nick Delis" userId="S::ndelis@athtech.gr::551c550a-09d4-4df3-bf9a-8268bcad346b" providerId="AD" clId="Web-{24F9C824-6820-4558-83E8-271A73C3841B}" dt="2020-11-02T18:35:58.031" v="57" actId="20577"/>
        <pc:sldMkLst>
          <pc:docMk/>
          <pc:sldMk cId="0" sldId="257"/>
        </pc:sldMkLst>
        <pc:spChg chg="mod">
          <ac:chgData name="Nick Delis" userId="S::ndelis@athtech.gr::551c550a-09d4-4df3-bf9a-8268bcad346b" providerId="AD" clId="Web-{24F9C824-6820-4558-83E8-271A73C3841B}" dt="2020-11-02T18:35:58.031" v="57" actId="20577"/>
          <ac:spMkLst>
            <pc:docMk/>
            <pc:sldMk cId="0" sldId="257"/>
            <ac:spMk id="70" creationId="{00000000-0000-0000-0000-000000000000}"/>
          </ac:spMkLst>
        </pc:spChg>
        <pc:picChg chg="add del mod">
          <ac:chgData name="Nick Delis" userId="S::ndelis@athtech.gr::551c550a-09d4-4df3-bf9a-8268bcad346b" providerId="AD" clId="Web-{24F9C824-6820-4558-83E8-271A73C3841B}" dt="2020-11-02T18:17:16.536" v="8"/>
          <ac:picMkLst>
            <pc:docMk/>
            <pc:sldMk cId="0" sldId="257"/>
            <ac:picMk id="3" creationId="{64901460-7EA5-4F95-BA63-706DF3E8B99B}"/>
          </ac:picMkLst>
        </pc:picChg>
        <pc:picChg chg="add del mod">
          <ac:chgData name="Nick Delis" userId="S::ndelis@athtech.gr::551c550a-09d4-4df3-bf9a-8268bcad346b" providerId="AD" clId="Web-{24F9C824-6820-4558-83E8-271A73C3841B}" dt="2020-11-02T18:19:12.008" v="14"/>
          <ac:picMkLst>
            <pc:docMk/>
            <pc:sldMk cId="0" sldId="257"/>
            <ac:picMk id="4" creationId="{A92667A8-6B85-4217-9DF3-0B50C643D2DE}"/>
          </ac:picMkLst>
        </pc:picChg>
        <pc:picChg chg="add del mod">
          <ac:chgData name="Nick Delis" userId="S::ndelis@athtech.gr::551c550a-09d4-4df3-bf9a-8268bcad346b" providerId="AD" clId="Web-{24F9C824-6820-4558-83E8-271A73C3841B}" dt="2020-11-02T18:29:54.241" v="22"/>
          <ac:picMkLst>
            <pc:docMk/>
            <pc:sldMk cId="0" sldId="257"/>
            <ac:picMk id="5" creationId="{2DF781FE-D70A-4AE4-B16B-097740B9F530}"/>
          </ac:picMkLst>
        </pc:picChg>
        <pc:picChg chg="add del mod">
          <ac:chgData name="Nick Delis" userId="S::ndelis@athtech.gr::551c550a-09d4-4df3-bf9a-8268bcad346b" providerId="AD" clId="Web-{24F9C824-6820-4558-83E8-271A73C3841B}" dt="2020-11-02T18:31:13.134" v="33"/>
          <ac:picMkLst>
            <pc:docMk/>
            <pc:sldMk cId="0" sldId="257"/>
            <ac:picMk id="6" creationId="{BFA4CAA8-93E5-4BAC-A45B-FC873004A32E}"/>
          </ac:picMkLst>
        </pc:picChg>
        <pc:picChg chg="add mod">
          <ac:chgData name="Nick Delis" userId="S::ndelis@athtech.gr::551c550a-09d4-4df3-bf9a-8268bcad346b" providerId="AD" clId="Web-{24F9C824-6820-4558-83E8-271A73C3841B}" dt="2020-11-02T18:31:55.697" v="39" actId="14100"/>
          <ac:picMkLst>
            <pc:docMk/>
            <pc:sldMk cId="0" sldId="257"/>
            <ac:picMk id="7" creationId="{C15542CC-E229-4720-B279-07F99F1CA0FD}"/>
          </ac:picMkLst>
        </pc:picChg>
        <pc:picChg chg="del">
          <ac:chgData name="Nick Delis" userId="S::ndelis@athtech.gr::551c550a-09d4-4df3-bf9a-8268bcad346b" providerId="AD" clId="Web-{24F9C824-6820-4558-83E8-271A73C3841B}" dt="2020-11-02T18:05:52.536" v="0"/>
          <ac:picMkLst>
            <pc:docMk/>
            <pc:sldMk cId="0" sldId="257"/>
            <ac:picMk id="66" creationId="{00000000-0000-0000-0000-000000000000}"/>
          </ac:picMkLst>
        </pc:picChg>
      </pc:sldChg>
    </pc:docChg>
  </pc:docChgLst>
  <pc:docChgLst>
    <pc:chgData name="Thomas Ferfelis" userId="S::tferfelis@athtech.gr::31beac4a-a4b6-49ba-b24c-eaa0abbbf74a" providerId="AD" clId="Web-{68673F13-D07B-45A9-8880-FB9624AC92A9}"/>
    <pc:docChg chg="modSld">
      <pc:chgData name="Thomas Ferfelis" userId="S::tferfelis@athtech.gr::31beac4a-a4b6-49ba-b24c-eaa0abbbf74a" providerId="AD" clId="Web-{68673F13-D07B-45A9-8880-FB9624AC92A9}" dt="2020-11-03T10:02:53.733" v="6" actId="20577"/>
      <pc:docMkLst>
        <pc:docMk/>
      </pc:docMkLst>
      <pc:sldChg chg="modSp">
        <pc:chgData name="Thomas Ferfelis" userId="S::tferfelis@athtech.gr::31beac4a-a4b6-49ba-b24c-eaa0abbbf74a" providerId="AD" clId="Web-{68673F13-D07B-45A9-8880-FB9624AC92A9}" dt="2020-11-03T10:02:53.733" v="6" actId="20577"/>
        <pc:sldMkLst>
          <pc:docMk/>
          <pc:sldMk cId="0" sldId="257"/>
        </pc:sldMkLst>
        <pc:spChg chg="mod">
          <ac:chgData name="Thomas Ferfelis" userId="S::tferfelis@athtech.gr::31beac4a-a4b6-49ba-b24c-eaa0abbbf74a" providerId="AD" clId="Web-{68673F13-D07B-45A9-8880-FB9624AC92A9}" dt="2020-11-03T10:02:53.733" v="6" actId="20577"/>
          <ac:spMkLst>
            <pc:docMk/>
            <pc:sldMk cId="0" sldId="257"/>
            <ac:spMk id="71" creationId="{00000000-0000-0000-0000-000000000000}"/>
          </ac:spMkLst>
        </pc:spChg>
      </pc:sldChg>
    </pc:docChg>
  </pc:docChgLst>
  <pc:docChgLst>
    <pc:chgData name="Aikaterini Skoumpourdi" userId="S::askoumpourdi@athtech.gr::fad3d35d-2695-405d-ba98-c0e0198b66fa" providerId="AD" clId="Web-{EA1A462B-4967-43BD-8461-BC76CA1D8CAB}"/>
    <pc:docChg chg="modSld sldOrd">
      <pc:chgData name="Aikaterini Skoumpourdi" userId="S::askoumpourdi@athtech.gr::fad3d35d-2695-405d-ba98-c0e0198b66fa" providerId="AD" clId="Web-{EA1A462B-4967-43BD-8461-BC76CA1D8CAB}" dt="2020-11-02T22:18:03.582" v="34" actId="20577"/>
      <pc:docMkLst>
        <pc:docMk/>
      </pc:docMkLst>
      <pc:sldChg chg="modSp">
        <pc:chgData name="Aikaterini Skoumpourdi" userId="S::askoumpourdi@athtech.gr::fad3d35d-2695-405d-ba98-c0e0198b66fa" providerId="AD" clId="Web-{EA1A462B-4967-43BD-8461-BC76CA1D8CAB}" dt="2020-11-02T22:18:03.582" v="34" actId="20577"/>
        <pc:sldMkLst>
          <pc:docMk/>
          <pc:sldMk cId="0" sldId="257"/>
        </pc:sldMkLst>
        <pc:spChg chg="mod">
          <ac:chgData name="Aikaterini Skoumpourdi" userId="S::askoumpourdi@athtech.gr::fad3d35d-2695-405d-ba98-c0e0198b66fa" providerId="AD" clId="Web-{EA1A462B-4967-43BD-8461-BC76CA1D8CAB}" dt="2020-11-02T16:50:52.812" v="1" actId="1076"/>
          <ac:spMkLst>
            <pc:docMk/>
            <pc:sldMk cId="0" sldId="257"/>
            <ac:spMk id="69" creationId="{00000000-0000-0000-0000-000000000000}"/>
          </ac:spMkLst>
        </pc:spChg>
        <pc:spChg chg="mod">
          <ac:chgData name="Aikaterini Skoumpourdi" userId="S::askoumpourdi@athtech.gr::fad3d35d-2695-405d-ba98-c0e0198b66fa" providerId="AD" clId="Web-{EA1A462B-4967-43BD-8461-BC76CA1D8CAB}" dt="2020-11-02T22:17:39.894" v="20" actId="20577"/>
          <ac:spMkLst>
            <pc:docMk/>
            <pc:sldMk cId="0" sldId="257"/>
            <ac:spMk id="70" creationId="{00000000-0000-0000-0000-000000000000}"/>
          </ac:spMkLst>
        </pc:spChg>
        <pc:spChg chg="mod">
          <ac:chgData name="Aikaterini Skoumpourdi" userId="S::askoumpourdi@athtech.gr::fad3d35d-2695-405d-ba98-c0e0198b66fa" providerId="AD" clId="Web-{EA1A462B-4967-43BD-8461-BC76CA1D8CAB}" dt="2020-11-02T22:18:03.582" v="34" actId="20577"/>
          <ac:spMkLst>
            <pc:docMk/>
            <pc:sldMk cId="0" sldId="257"/>
            <ac:spMk id="71" creationId="{00000000-0000-0000-0000-000000000000}"/>
          </ac:spMkLst>
        </pc:spChg>
        <pc:picChg chg="mod">
          <ac:chgData name="Aikaterini Skoumpourdi" userId="S::askoumpourdi@athtech.gr::fad3d35d-2695-405d-ba98-c0e0198b66fa" providerId="AD" clId="Web-{EA1A462B-4967-43BD-8461-BC76CA1D8CAB}" dt="2020-11-02T16:50:48.281" v="0" actId="1076"/>
          <ac:picMkLst>
            <pc:docMk/>
            <pc:sldMk cId="0" sldId="257"/>
            <ac:picMk id="72" creationId="{00000000-0000-0000-0000-000000000000}"/>
          </ac:picMkLst>
        </pc:picChg>
      </pc:sldChg>
      <pc:sldChg chg="modSp">
        <pc:chgData name="Aikaterini Skoumpourdi" userId="S::askoumpourdi@athtech.gr::fad3d35d-2695-405d-ba98-c0e0198b66fa" providerId="AD" clId="Web-{EA1A462B-4967-43BD-8461-BC76CA1D8CAB}" dt="2020-11-02T17:27:29.242" v="4" actId="1076"/>
        <pc:sldMkLst>
          <pc:docMk/>
          <pc:sldMk cId="0" sldId="262"/>
        </pc:sldMkLst>
        <pc:picChg chg="mod">
          <ac:chgData name="Aikaterini Skoumpourdi" userId="S::askoumpourdi@athtech.gr::fad3d35d-2695-405d-ba98-c0e0198b66fa" providerId="AD" clId="Web-{EA1A462B-4967-43BD-8461-BC76CA1D8CAB}" dt="2020-11-02T17:27:23.195" v="2" actId="14100"/>
          <ac:picMkLst>
            <pc:docMk/>
            <pc:sldMk cId="0" sldId="262"/>
            <ac:picMk id="4" creationId="{85F1EA8D-77E7-428A-8EC0-2E1BF9A18BC3}"/>
          </ac:picMkLst>
        </pc:picChg>
        <pc:picChg chg="mod">
          <ac:chgData name="Aikaterini Skoumpourdi" userId="S::askoumpourdi@athtech.gr::fad3d35d-2695-405d-ba98-c0e0198b66fa" providerId="AD" clId="Web-{EA1A462B-4967-43BD-8461-BC76CA1D8CAB}" dt="2020-11-02T17:27:29.242" v="4" actId="1076"/>
          <ac:picMkLst>
            <pc:docMk/>
            <pc:sldMk cId="0" sldId="262"/>
            <ac:picMk id="10" creationId="{C3116D90-8358-434C-A50C-98983AC579B5}"/>
          </ac:picMkLst>
        </pc:picChg>
      </pc:sldChg>
      <pc:sldChg chg="ord">
        <pc:chgData name="Aikaterini Skoumpourdi" userId="S::askoumpourdi@athtech.gr::fad3d35d-2695-405d-ba98-c0e0198b66fa" providerId="AD" clId="Web-{EA1A462B-4967-43BD-8461-BC76CA1D8CAB}" dt="2020-11-02T18:46:44.749" v="6"/>
        <pc:sldMkLst>
          <pc:docMk/>
          <pc:sldMk cId="0" sldId="263"/>
        </pc:sldMkLst>
      </pc:sldChg>
    </pc:docChg>
  </pc:docChgLst>
  <pc:docChgLst>
    <pc:chgData name="Aikaterini Skoumpourdi" userId="S::askoumpourdi@athtech.gr::fad3d35d-2695-405d-ba98-c0e0198b66fa" providerId="AD" clId="Web-{64E9090A-F40B-438F-8718-946A9225202A}"/>
    <pc:docChg chg="modSld">
      <pc:chgData name="Aikaterini Skoumpourdi" userId="S::askoumpourdi@athtech.gr::fad3d35d-2695-405d-ba98-c0e0198b66fa" providerId="AD" clId="Web-{64E9090A-F40B-438F-8718-946A9225202A}" dt="2020-11-02T10:24:43.642" v="6" actId="14100"/>
      <pc:docMkLst>
        <pc:docMk/>
      </pc:docMkLst>
      <pc:sldChg chg="modSp">
        <pc:chgData name="Aikaterini Skoumpourdi" userId="S::askoumpourdi@athtech.gr::fad3d35d-2695-405d-ba98-c0e0198b66fa" providerId="AD" clId="Web-{64E9090A-F40B-438F-8718-946A9225202A}" dt="2020-11-02T10:24:43.642" v="6" actId="14100"/>
        <pc:sldMkLst>
          <pc:docMk/>
          <pc:sldMk cId="0" sldId="257"/>
        </pc:sldMkLst>
        <pc:spChg chg="mod">
          <ac:chgData name="Aikaterini Skoumpourdi" userId="S::askoumpourdi@athtech.gr::fad3d35d-2695-405d-ba98-c0e0198b66fa" providerId="AD" clId="Web-{64E9090A-F40B-438F-8718-946A9225202A}" dt="2020-11-02T10:24:43.642" v="6" actId="14100"/>
          <ac:spMkLst>
            <pc:docMk/>
            <pc:sldMk cId="0" sldId="257"/>
            <ac:spMk id="71" creationId="{00000000-0000-0000-0000-000000000000}"/>
          </ac:spMkLst>
        </pc:spChg>
      </pc:sldChg>
    </pc:docChg>
  </pc:docChgLst>
  <pc:docChgLst>
    <pc:chgData name="Aikaterini Skoumpourdi" userId="S::askoumpourdi@athtech.gr::fad3d35d-2695-405d-ba98-c0e0198b66fa" providerId="AD" clId="Web-{555AC313-DF11-427C-B8CC-2685089A5F93}"/>
    <pc:docChg chg="modSld">
      <pc:chgData name="Aikaterini Skoumpourdi" userId="S::askoumpourdi@athtech.gr::fad3d35d-2695-405d-ba98-c0e0198b66fa" providerId="AD" clId="Web-{555AC313-DF11-427C-B8CC-2685089A5F93}" dt="2020-11-02T14:01:32.096" v="28" actId="1076"/>
      <pc:docMkLst>
        <pc:docMk/>
      </pc:docMkLst>
      <pc:sldChg chg="addSp delSp modSp">
        <pc:chgData name="Aikaterini Skoumpourdi" userId="S::askoumpourdi@athtech.gr::fad3d35d-2695-405d-ba98-c0e0198b66fa" providerId="AD" clId="Web-{555AC313-DF11-427C-B8CC-2685089A5F93}" dt="2020-11-02T14:01:32.096" v="28" actId="1076"/>
        <pc:sldMkLst>
          <pc:docMk/>
          <pc:sldMk cId="0" sldId="259"/>
        </pc:sldMkLst>
        <pc:picChg chg="del">
          <ac:chgData name="Aikaterini Skoumpourdi" userId="S::askoumpourdi@athtech.gr::fad3d35d-2695-405d-ba98-c0e0198b66fa" providerId="AD" clId="Web-{555AC313-DF11-427C-B8CC-2685089A5F93}" dt="2020-11-02T14:00:41.876" v="8"/>
          <ac:picMkLst>
            <pc:docMk/>
            <pc:sldMk cId="0" sldId="259"/>
            <ac:picMk id="2" creationId="{42F78E1F-8B3D-41F0-8667-74F8D99A7EAE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0:51.767" v="11" actId="1076"/>
          <ac:picMkLst>
            <pc:docMk/>
            <pc:sldMk cId="0" sldId="259"/>
            <ac:picMk id="3" creationId="{FCBF196E-1657-4678-9A5D-491D28518153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0:47.220" v="10"/>
          <ac:picMkLst>
            <pc:docMk/>
            <pc:sldMk cId="0" sldId="259"/>
            <ac:picMk id="22" creationId="{7ABD511F-2A59-442D-9F6B-640B05D0BA1D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0:59.002" v="14"/>
          <ac:picMkLst>
            <pc:docMk/>
            <pc:sldMk cId="0" sldId="259"/>
            <ac:picMk id="23" creationId="{1D0D6A16-251A-4E3E-82C3-C5F4DC426DAC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0:53.501" v="12"/>
          <ac:picMkLst>
            <pc:docMk/>
            <pc:sldMk cId="0" sldId="259"/>
            <ac:picMk id="24" creationId="{341A8495-F679-40F7-9F4F-45D50EEAD564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0:45.236" v="9" actId="1076"/>
          <ac:picMkLst>
            <pc:docMk/>
            <pc:sldMk cId="0" sldId="259"/>
            <ac:picMk id="25" creationId="{CCADDADA-91D8-4F84-A37C-D529319BBBC0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1:03.111" v="16"/>
          <ac:picMkLst>
            <pc:docMk/>
            <pc:sldMk cId="0" sldId="259"/>
            <ac:picMk id="26" creationId="{C20D9362-30CD-4F14-BCB9-DE2D6234A540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1:13.143" v="20"/>
          <ac:picMkLst>
            <pc:docMk/>
            <pc:sldMk cId="0" sldId="259"/>
            <ac:picMk id="27" creationId="{4B3BCED8-8726-435A-9D60-2893F00B35A5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1:22.487" v="24"/>
          <ac:picMkLst>
            <pc:docMk/>
            <pc:sldMk cId="0" sldId="259"/>
            <ac:picMk id="28" creationId="{694AFF4F-4147-4E44-B27D-0895A2157F56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1:08.017" v="18"/>
          <ac:picMkLst>
            <pc:docMk/>
            <pc:sldMk cId="0" sldId="259"/>
            <ac:picMk id="29" creationId="{1CE4474D-DB48-43E8-A250-6488C11D817E}"/>
          </ac:picMkLst>
        </pc:picChg>
        <pc:picChg chg="del">
          <ac:chgData name="Aikaterini Skoumpourdi" userId="S::askoumpourdi@athtech.gr::fad3d35d-2695-405d-ba98-c0e0198b66fa" providerId="AD" clId="Web-{555AC313-DF11-427C-B8CC-2685089A5F93}" dt="2020-11-02T14:01:29.237" v="27"/>
          <ac:picMkLst>
            <pc:docMk/>
            <pc:sldMk cId="0" sldId="259"/>
            <ac:picMk id="30" creationId="{CCF5F6B0-0638-4CD1-A611-E310E9EF8530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1:01.861" v="15" actId="1076"/>
          <ac:picMkLst>
            <pc:docMk/>
            <pc:sldMk cId="0" sldId="259"/>
            <ac:picMk id="31" creationId="{4C71B3CC-1479-4EE2-8B84-29BDBC931D94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0:56.439" v="13" actId="1076"/>
          <ac:picMkLst>
            <pc:docMk/>
            <pc:sldMk cId="0" sldId="259"/>
            <ac:picMk id="32" creationId="{DD58916D-C964-424A-8997-A92E3A7F6400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1:11.377" v="19" actId="1076"/>
          <ac:picMkLst>
            <pc:docMk/>
            <pc:sldMk cId="0" sldId="259"/>
            <ac:picMk id="33" creationId="{50DD015B-FA5C-4449-B99F-878135919F9E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1:07.392" v="17" actId="1076"/>
          <ac:picMkLst>
            <pc:docMk/>
            <pc:sldMk cId="0" sldId="259"/>
            <ac:picMk id="34" creationId="{81BDA726-A2FE-4CD6-AD7E-7CBBD0D3DD02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1:16.658" v="21" actId="1076"/>
          <ac:picMkLst>
            <pc:docMk/>
            <pc:sldMk cId="0" sldId="259"/>
            <ac:picMk id="35" creationId="{6F873096-CB16-470F-A735-1C542EE7AC08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1:32.096" v="28" actId="1076"/>
          <ac:picMkLst>
            <pc:docMk/>
            <pc:sldMk cId="0" sldId="259"/>
            <ac:picMk id="36" creationId="{C4356A73-C7FD-454B-97AD-3C6415F007CA}"/>
          </ac:picMkLst>
        </pc:picChg>
        <pc:picChg chg="add mod">
          <ac:chgData name="Aikaterini Skoumpourdi" userId="S::askoumpourdi@athtech.gr::fad3d35d-2695-405d-ba98-c0e0198b66fa" providerId="AD" clId="Web-{555AC313-DF11-427C-B8CC-2685089A5F93}" dt="2020-11-02T14:01:26.362" v="25" actId="1076"/>
          <ac:picMkLst>
            <pc:docMk/>
            <pc:sldMk cId="0" sldId="259"/>
            <ac:picMk id="37" creationId="{583F3E64-03E0-4401-8A54-A90F9E0D7F08}"/>
          </ac:picMkLst>
        </pc:picChg>
      </pc:sldChg>
    </pc:docChg>
  </pc:docChgLst>
  <pc:docChgLst>
    <pc:chgData name="Aikaterini Skoumpourdi" userId="S::askoumpourdi@athtech.gr::fad3d35d-2695-405d-ba98-c0e0198b66fa" providerId="AD" clId="Web-{4019B2C6-2F1B-40E0-8628-B45FB0BD5530}"/>
    <pc:docChg chg="modSld">
      <pc:chgData name="Aikaterini Skoumpourdi" userId="S::askoumpourdi@athtech.gr::fad3d35d-2695-405d-ba98-c0e0198b66fa" providerId="AD" clId="Web-{4019B2C6-2F1B-40E0-8628-B45FB0BD5530}" dt="2020-11-02T14:18:51.280" v="56" actId="14100"/>
      <pc:docMkLst>
        <pc:docMk/>
      </pc:docMkLst>
      <pc:sldChg chg="addSp delSp modSp">
        <pc:chgData name="Aikaterini Skoumpourdi" userId="S::askoumpourdi@athtech.gr::fad3d35d-2695-405d-ba98-c0e0198b66fa" providerId="AD" clId="Web-{4019B2C6-2F1B-40E0-8628-B45FB0BD5530}" dt="2020-11-02T14:08:40.096" v="43" actId="1076"/>
        <pc:sldMkLst>
          <pc:docMk/>
          <pc:sldMk cId="0" sldId="259"/>
        </pc:sldMkLst>
        <pc:picChg chg="add mod">
          <ac:chgData name="Aikaterini Skoumpourdi" userId="S::askoumpourdi@athtech.gr::fad3d35d-2695-405d-ba98-c0e0198b66fa" providerId="AD" clId="Web-{4019B2C6-2F1B-40E0-8628-B45FB0BD5530}" dt="2020-11-02T14:07:28.375" v="12" actId="1076"/>
          <ac:picMkLst>
            <pc:docMk/>
            <pc:sldMk cId="0" sldId="259"/>
            <ac:picMk id="2" creationId="{E2ED543E-99C2-4B79-8B16-3D059816E09C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7:41.844" v="18"/>
          <ac:picMkLst>
            <pc:docMk/>
            <pc:sldMk cId="0" sldId="259"/>
            <ac:picMk id="3" creationId="{FCBF196E-1657-4678-9A5D-491D28518153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7:54.438" v="25" actId="1076"/>
          <ac:picMkLst>
            <pc:docMk/>
            <pc:sldMk cId="0" sldId="259"/>
            <ac:picMk id="22" creationId="{6AC9F5E7-4530-4E4A-B260-5EA284152C33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7:45.344" v="19" actId="1076"/>
          <ac:picMkLst>
            <pc:docMk/>
            <pc:sldMk cId="0" sldId="259"/>
            <ac:picMk id="23" creationId="{DEC91253-2126-41EC-ADA4-16A441384E7B}"/>
          </ac:picMkLst>
        </pc:picChg>
        <pc:picChg chg="add del mod">
          <ac:chgData name="Aikaterini Skoumpourdi" userId="S::askoumpourdi@athtech.gr::fad3d35d-2695-405d-ba98-c0e0198b66fa" providerId="AD" clId="Web-{4019B2C6-2F1B-40E0-8628-B45FB0BD5530}" dt="2020-11-02T14:08:05.689" v="31"/>
          <ac:picMkLst>
            <pc:docMk/>
            <pc:sldMk cId="0" sldId="259"/>
            <ac:picMk id="24" creationId="{41154440-9907-433F-987E-4932BD63AA12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7:22.531" v="10"/>
          <ac:picMkLst>
            <pc:docMk/>
            <pc:sldMk cId="0" sldId="259"/>
            <ac:picMk id="25" creationId="{CCADDADA-91D8-4F84-A37C-D529319BBBC0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8:18.798" v="34" actId="1076"/>
          <ac:picMkLst>
            <pc:docMk/>
            <pc:sldMk cId="0" sldId="259"/>
            <ac:picMk id="26" creationId="{388DB0A0-B1C8-4D49-AAD0-23D81602B728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8:09.845" v="32" actId="1076"/>
          <ac:picMkLst>
            <pc:docMk/>
            <pc:sldMk cId="0" sldId="259"/>
            <ac:picMk id="27" creationId="{908D9D87-1371-45CF-83D8-0714D53AE844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8:14.314" v="33" actId="1076"/>
          <ac:picMkLst>
            <pc:docMk/>
            <pc:sldMk cId="0" sldId="259"/>
            <ac:picMk id="28" creationId="{EB1DEAD9-F41F-4CB7-A462-C1C12D14D65B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8:40.096" v="43" actId="1076"/>
          <ac:picMkLst>
            <pc:docMk/>
            <pc:sldMk cId="0" sldId="259"/>
            <ac:picMk id="29" creationId="{EE4E4222-5032-472C-A4B2-4BA91D0DA06F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8:35.845" v="42" actId="1076"/>
          <ac:picMkLst>
            <pc:docMk/>
            <pc:sldMk cId="0" sldId="259"/>
            <ac:picMk id="30" creationId="{7A5A66C2-448D-4219-BFFF-43E0256998A3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7:49.516" v="22"/>
          <ac:picMkLst>
            <pc:docMk/>
            <pc:sldMk cId="0" sldId="259"/>
            <ac:picMk id="31" creationId="{4C71B3CC-1479-4EE2-8B84-29BDBC931D94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7:48.282" v="21"/>
          <ac:picMkLst>
            <pc:docMk/>
            <pc:sldMk cId="0" sldId="259"/>
            <ac:picMk id="32" creationId="{DD58916D-C964-424A-8997-A92E3A7F6400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7:50.548" v="24"/>
          <ac:picMkLst>
            <pc:docMk/>
            <pc:sldMk cId="0" sldId="259"/>
            <ac:picMk id="33" creationId="{50DD015B-FA5C-4449-B99F-878135919F9E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7:50.532" v="23"/>
          <ac:picMkLst>
            <pc:docMk/>
            <pc:sldMk cId="0" sldId="259"/>
            <ac:picMk id="34" creationId="{81BDA726-A2FE-4CD6-AD7E-7CBBD0D3DD02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8:28.611" v="38"/>
          <ac:picMkLst>
            <pc:docMk/>
            <pc:sldMk cId="0" sldId="259"/>
            <ac:picMk id="35" creationId="{6F873096-CB16-470F-A735-1C542EE7AC08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8:29.939" v="40"/>
          <ac:picMkLst>
            <pc:docMk/>
            <pc:sldMk cId="0" sldId="259"/>
            <ac:picMk id="36" creationId="{C4356A73-C7FD-454B-97AD-3C6415F007CA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08:29.580" v="39"/>
          <ac:picMkLst>
            <pc:docMk/>
            <pc:sldMk cId="0" sldId="259"/>
            <ac:picMk id="37" creationId="{583F3E64-03E0-4401-8A54-A90F9E0D7F08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08:32.705" v="41" actId="1076"/>
          <ac:picMkLst>
            <pc:docMk/>
            <pc:sldMk cId="0" sldId="259"/>
            <ac:picMk id="38" creationId="{1C841357-1C4A-42D7-BB77-BD708F768C05}"/>
          </ac:picMkLst>
        </pc:picChg>
      </pc:sldChg>
      <pc:sldChg chg="addSp delSp modSp">
        <pc:chgData name="Aikaterini Skoumpourdi" userId="S::askoumpourdi@athtech.gr::fad3d35d-2695-405d-ba98-c0e0198b66fa" providerId="AD" clId="Web-{4019B2C6-2F1B-40E0-8628-B45FB0BD5530}" dt="2020-11-02T14:18:51.280" v="56" actId="14100"/>
        <pc:sldMkLst>
          <pc:docMk/>
          <pc:sldMk cId="0" sldId="260"/>
        </pc:sldMkLst>
        <pc:picChg chg="add mod">
          <ac:chgData name="Aikaterini Skoumpourdi" userId="S::askoumpourdi@athtech.gr::fad3d35d-2695-405d-ba98-c0e0198b66fa" providerId="AD" clId="Web-{4019B2C6-2F1B-40E0-8628-B45FB0BD5530}" dt="2020-11-02T14:06:45.531" v="5" actId="1076"/>
          <ac:picMkLst>
            <pc:docMk/>
            <pc:sldMk cId="0" sldId="260"/>
            <ac:picMk id="2" creationId="{06D811E5-0582-43C3-BE83-0532D0224A1E}"/>
          </ac:picMkLst>
        </pc:picChg>
        <pc:picChg chg="add mod">
          <ac:chgData name="Aikaterini Skoumpourdi" userId="S::askoumpourdi@athtech.gr::fad3d35d-2695-405d-ba98-c0e0198b66fa" providerId="AD" clId="Web-{4019B2C6-2F1B-40E0-8628-B45FB0BD5530}" dt="2020-11-02T14:18:51.280" v="56" actId="14100"/>
          <ac:picMkLst>
            <pc:docMk/>
            <pc:sldMk cId="0" sldId="260"/>
            <ac:picMk id="3" creationId="{FD7D2291-F5A5-40F3-9D1A-FB1B232AEBA6}"/>
          </ac:picMkLst>
        </pc:picChg>
        <pc:picChg chg="mod">
          <ac:chgData name="Aikaterini Skoumpourdi" userId="S::askoumpourdi@athtech.gr::fad3d35d-2695-405d-ba98-c0e0198b66fa" providerId="AD" clId="Web-{4019B2C6-2F1B-40E0-8628-B45FB0BD5530}" dt="2020-11-02T14:06:51.296" v="7" actId="1076"/>
          <ac:picMkLst>
            <pc:docMk/>
            <pc:sldMk cId="0" sldId="260"/>
            <ac:picMk id="108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4019B2C6-2F1B-40E0-8628-B45FB0BD5530}" dt="2020-11-02T14:18:19.108" v="45"/>
          <ac:picMkLst>
            <pc:docMk/>
            <pc:sldMk cId="0" sldId="260"/>
            <ac:picMk id="109" creationId="{00000000-0000-0000-0000-000000000000}"/>
          </ac:picMkLst>
        </pc:picChg>
      </pc:sldChg>
    </pc:docChg>
  </pc:docChgLst>
  <pc:docChgLst>
    <pc:chgData name="Aikaterini Skoumpourdi" userId="S::askoumpourdi@athtech.gr::fad3d35d-2695-405d-ba98-c0e0198b66fa" providerId="AD" clId="Web-{188DEE88-6EB1-4026-8F58-FA8B1EA07421}"/>
    <pc:docChg chg="modSld">
      <pc:chgData name="Aikaterini Skoumpourdi" userId="S::askoumpourdi@athtech.gr::fad3d35d-2695-405d-ba98-c0e0198b66fa" providerId="AD" clId="Web-{188DEE88-6EB1-4026-8F58-FA8B1EA07421}" dt="2020-11-02T11:54:45.033" v="177" actId="1076"/>
      <pc:docMkLst>
        <pc:docMk/>
      </pc:docMkLst>
      <pc:sldChg chg="modSp">
        <pc:chgData name="Aikaterini Skoumpourdi" userId="S::askoumpourdi@athtech.gr::fad3d35d-2695-405d-ba98-c0e0198b66fa" providerId="AD" clId="Web-{188DEE88-6EB1-4026-8F58-FA8B1EA07421}" dt="2020-11-02T10:26:21.708" v="21" actId="20577"/>
        <pc:sldMkLst>
          <pc:docMk/>
          <pc:sldMk cId="0" sldId="257"/>
        </pc:sldMkLst>
        <pc:spChg chg="mod">
          <ac:chgData name="Aikaterini Skoumpourdi" userId="S::askoumpourdi@athtech.gr::fad3d35d-2695-405d-ba98-c0e0198b66fa" providerId="AD" clId="Web-{188DEE88-6EB1-4026-8F58-FA8B1EA07421}" dt="2020-11-02T10:26:01.802" v="8" actId="20577"/>
          <ac:spMkLst>
            <pc:docMk/>
            <pc:sldMk cId="0" sldId="257"/>
            <ac:spMk id="65" creationId="{00000000-0000-0000-0000-000000000000}"/>
          </ac:spMkLst>
        </pc:spChg>
        <pc:spChg chg="mod">
          <ac:chgData name="Aikaterini Skoumpourdi" userId="S::askoumpourdi@athtech.gr::fad3d35d-2695-405d-ba98-c0e0198b66fa" providerId="AD" clId="Web-{188DEE88-6EB1-4026-8F58-FA8B1EA07421}" dt="2020-11-02T10:26:21.708" v="21" actId="20577"/>
          <ac:spMkLst>
            <pc:docMk/>
            <pc:sldMk cId="0" sldId="257"/>
            <ac:spMk id="69" creationId="{00000000-0000-0000-0000-000000000000}"/>
          </ac:spMkLst>
        </pc:spChg>
        <pc:spChg chg="mod">
          <ac:chgData name="Aikaterini Skoumpourdi" userId="S::askoumpourdi@athtech.gr::fad3d35d-2695-405d-ba98-c0e0198b66fa" providerId="AD" clId="Web-{188DEE88-6EB1-4026-8F58-FA8B1EA07421}" dt="2020-11-02T10:25:54.176" v="5" actId="20577"/>
          <ac:spMkLst>
            <pc:docMk/>
            <pc:sldMk cId="0" sldId="257"/>
            <ac:spMk id="71" creationId="{00000000-0000-0000-0000-000000000000}"/>
          </ac:spMkLst>
        </pc:spChg>
      </pc:sldChg>
      <pc:sldChg chg="addSp delSp modSp">
        <pc:chgData name="Aikaterini Skoumpourdi" userId="S::askoumpourdi@athtech.gr::fad3d35d-2695-405d-ba98-c0e0198b66fa" providerId="AD" clId="Web-{188DEE88-6EB1-4026-8F58-FA8B1EA07421}" dt="2020-11-02T11:38:17.004" v="61" actId="1076"/>
        <pc:sldMkLst>
          <pc:docMk/>
          <pc:sldMk cId="0" sldId="259"/>
        </pc:sldMkLst>
        <pc:picChg chg="add mod">
          <ac:chgData name="Aikaterini Skoumpourdi" userId="S::askoumpourdi@athtech.gr::fad3d35d-2695-405d-ba98-c0e0198b66fa" providerId="AD" clId="Web-{188DEE88-6EB1-4026-8F58-FA8B1EA07421}" dt="2020-11-02T11:36:26.470" v="27" actId="1076"/>
          <ac:picMkLst>
            <pc:docMk/>
            <pc:sldMk cId="0" sldId="259"/>
            <ac:picMk id="2" creationId="{42F78E1F-8B3D-41F0-8667-74F8D99A7EAE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7:02.971" v="41" actId="1076"/>
          <ac:picMkLst>
            <pc:docMk/>
            <pc:sldMk cId="0" sldId="259"/>
            <ac:picMk id="22" creationId="{7ABD511F-2A59-442D-9F6B-640B05D0BA1D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7:00.080" v="40" actId="1076"/>
          <ac:picMkLst>
            <pc:docMk/>
            <pc:sldMk cId="0" sldId="259"/>
            <ac:picMk id="23" creationId="{1D0D6A16-251A-4E3E-82C3-C5F4DC426DAC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6:53.611" v="38" actId="1076"/>
          <ac:picMkLst>
            <pc:docMk/>
            <pc:sldMk cId="0" sldId="259"/>
            <ac:picMk id="24" creationId="{341A8495-F679-40F7-9F4F-45D50EEAD564}"/>
          </ac:picMkLst>
        </pc:picChg>
        <pc:picChg chg="add del mod">
          <ac:chgData name="Aikaterini Skoumpourdi" userId="S::askoumpourdi@athtech.gr::fad3d35d-2695-405d-ba98-c0e0198b66fa" providerId="AD" clId="Web-{188DEE88-6EB1-4026-8F58-FA8B1EA07421}" dt="2020-11-02T11:36:50.080" v="37"/>
          <ac:picMkLst>
            <pc:docMk/>
            <pc:sldMk cId="0" sldId="259"/>
            <ac:picMk id="25" creationId="{E7C9F495-4572-43FF-91A8-D08C0B028239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7:30.768" v="51" actId="1076"/>
          <ac:picMkLst>
            <pc:docMk/>
            <pc:sldMk cId="0" sldId="259"/>
            <ac:picMk id="26" creationId="{C20D9362-30CD-4F14-BCB9-DE2D6234A540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7:52.222" v="56" actId="1076"/>
          <ac:picMkLst>
            <pc:docMk/>
            <pc:sldMk cId="0" sldId="259"/>
            <ac:picMk id="27" creationId="{4B3BCED8-8726-435A-9D60-2893F00B35A5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8:02.051" v="58" actId="1076"/>
          <ac:picMkLst>
            <pc:docMk/>
            <pc:sldMk cId="0" sldId="259"/>
            <ac:picMk id="28" creationId="{694AFF4F-4147-4E44-B27D-0895A2157F56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7:38.816" v="53" actId="1076"/>
          <ac:picMkLst>
            <pc:docMk/>
            <pc:sldMk cId="0" sldId="259"/>
            <ac:picMk id="29" creationId="{1CE4474D-DB48-43E8-A250-6488C11D817E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38:17.004" v="61" actId="1076"/>
          <ac:picMkLst>
            <pc:docMk/>
            <pc:sldMk cId="0" sldId="259"/>
            <ac:picMk id="30" creationId="{CCF5F6B0-0638-4CD1-A611-E310E9EF853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6:23.657" v="26"/>
          <ac:picMkLst>
            <pc:docMk/>
            <pc:sldMk cId="0" sldId="259"/>
            <ac:picMk id="85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7:34.175" v="52"/>
          <ac:picMkLst>
            <pc:docMk/>
            <pc:sldMk cId="0" sldId="259"/>
            <ac:picMk id="86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7:47.331" v="55"/>
          <ac:picMkLst>
            <pc:docMk/>
            <pc:sldMk cId="0" sldId="259"/>
            <ac:picMk id="87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7:56.738" v="57"/>
          <ac:picMkLst>
            <pc:docMk/>
            <pc:sldMk cId="0" sldId="259"/>
            <ac:picMk id="88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8:11.707" v="60"/>
          <ac:picMkLst>
            <pc:docMk/>
            <pc:sldMk cId="0" sldId="259"/>
            <ac:picMk id="89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6:56.158" v="39"/>
          <ac:picMkLst>
            <pc:docMk/>
            <pc:sldMk cId="0" sldId="259"/>
            <ac:picMk id="90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7:25.737" v="50"/>
          <ac:picMkLst>
            <pc:docMk/>
            <pc:sldMk cId="0" sldId="259"/>
            <ac:picMk id="91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6:33.579" v="29"/>
          <ac:picMkLst>
            <pc:docMk/>
            <pc:sldMk cId="0" sldId="259"/>
            <ac:picMk id="92" creationId="{00000000-0000-0000-0000-000000000000}"/>
          </ac:picMkLst>
        </pc:picChg>
        <pc:picChg chg="del">
          <ac:chgData name="Aikaterini Skoumpourdi" userId="S::askoumpourdi@athtech.gr::fad3d35d-2695-405d-ba98-c0e0198b66fa" providerId="AD" clId="Web-{188DEE88-6EB1-4026-8F58-FA8B1EA07421}" dt="2020-11-02T11:36:40.783" v="31"/>
          <ac:picMkLst>
            <pc:docMk/>
            <pc:sldMk cId="0" sldId="259"/>
            <ac:picMk id="93" creationId="{00000000-0000-0000-0000-000000000000}"/>
          </ac:picMkLst>
        </pc:picChg>
      </pc:sldChg>
      <pc:sldChg chg="modSp">
        <pc:chgData name="Aikaterini Skoumpourdi" userId="S::askoumpourdi@athtech.gr::fad3d35d-2695-405d-ba98-c0e0198b66fa" providerId="AD" clId="Web-{188DEE88-6EB1-4026-8F58-FA8B1EA07421}" dt="2020-11-02T10:26:38.974" v="22" actId="20577"/>
        <pc:sldMkLst>
          <pc:docMk/>
          <pc:sldMk cId="0" sldId="261"/>
        </pc:sldMkLst>
        <pc:spChg chg="mod">
          <ac:chgData name="Aikaterini Skoumpourdi" userId="S::askoumpourdi@athtech.gr::fad3d35d-2695-405d-ba98-c0e0198b66fa" providerId="AD" clId="Web-{188DEE88-6EB1-4026-8F58-FA8B1EA07421}" dt="2020-11-02T10:26:38.974" v="22" actId="20577"/>
          <ac:spMkLst>
            <pc:docMk/>
            <pc:sldMk cId="0" sldId="261"/>
            <ac:spMk id="114" creationId="{00000000-0000-0000-0000-000000000000}"/>
          </ac:spMkLst>
        </pc:spChg>
      </pc:sldChg>
      <pc:sldChg chg="addSp delSp modSp">
        <pc:chgData name="Aikaterini Skoumpourdi" userId="S::askoumpourdi@athtech.gr::fad3d35d-2695-405d-ba98-c0e0198b66fa" providerId="AD" clId="Web-{188DEE88-6EB1-4026-8F58-FA8B1EA07421}" dt="2020-11-02T11:54:45.033" v="177" actId="1076"/>
        <pc:sldMkLst>
          <pc:docMk/>
          <pc:sldMk cId="0" sldId="262"/>
        </pc:sldMkLst>
        <pc:spChg chg="mod">
          <ac:chgData name="Aikaterini Skoumpourdi" userId="S::askoumpourdi@athtech.gr::fad3d35d-2695-405d-ba98-c0e0198b66fa" providerId="AD" clId="Web-{188DEE88-6EB1-4026-8F58-FA8B1EA07421}" dt="2020-11-02T11:46:51.816" v="74" actId="20577"/>
          <ac:spMkLst>
            <pc:docMk/>
            <pc:sldMk cId="0" sldId="262"/>
            <ac:spMk id="119" creationId="{00000000-0000-0000-0000-000000000000}"/>
          </ac:spMkLst>
        </pc:spChg>
        <pc:spChg chg="mod">
          <ac:chgData name="Aikaterini Skoumpourdi" userId="S::askoumpourdi@athtech.gr::fad3d35d-2695-405d-ba98-c0e0198b66fa" providerId="AD" clId="Web-{188DEE88-6EB1-4026-8F58-FA8B1EA07421}" dt="2020-11-02T11:54:45.033" v="177" actId="1076"/>
          <ac:spMkLst>
            <pc:docMk/>
            <pc:sldMk cId="0" sldId="262"/>
            <ac:spMk id="120" creationId="{00000000-0000-0000-0000-000000000000}"/>
          </ac:spMkLst>
        </pc:spChg>
        <pc:picChg chg="add del mod">
          <ac:chgData name="Aikaterini Skoumpourdi" userId="S::askoumpourdi@athtech.gr::fad3d35d-2695-405d-ba98-c0e0198b66fa" providerId="AD" clId="Web-{188DEE88-6EB1-4026-8F58-FA8B1EA07421}" dt="2020-11-02T11:42:21.339" v="63"/>
          <ac:picMkLst>
            <pc:docMk/>
            <pc:sldMk cId="0" sldId="262"/>
            <ac:picMk id="2" creationId="{3D8E929E-5AF8-4B79-9FA7-3B5FF430BAF3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50:52.745" v="145" actId="1076"/>
          <ac:picMkLst>
            <pc:docMk/>
            <pc:sldMk cId="0" sldId="262"/>
            <ac:picMk id="3" creationId="{7E33132D-0E66-4942-9E71-C2F0894B5D33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54:28.516" v="174" actId="1076"/>
          <ac:picMkLst>
            <pc:docMk/>
            <pc:sldMk cId="0" sldId="262"/>
            <ac:picMk id="4" creationId="{85F1EA8D-77E7-428A-8EC0-2E1BF9A18BC3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51:04.276" v="150" actId="1076"/>
          <ac:picMkLst>
            <pc:docMk/>
            <pc:sldMk cId="0" sldId="262"/>
            <ac:picMk id="6" creationId="{4904C142-0EA3-4AC2-AB1E-58CAB9B7DE4D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51:10.198" v="152" actId="1076"/>
          <ac:picMkLst>
            <pc:docMk/>
            <pc:sldMk cId="0" sldId="262"/>
            <ac:picMk id="7" creationId="{42B796DF-ECE0-436D-91CA-67AF8456D505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51:14.417" v="153" actId="1076"/>
          <ac:picMkLst>
            <pc:docMk/>
            <pc:sldMk cId="0" sldId="262"/>
            <ac:picMk id="8" creationId="{256FE601-296F-425B-9163-6B548298686C}"/>
          </ac:picMkLst>
        </pc:picChg>
        <pc:picChg chg="add mod">
          <ac:chgData name="Aikaterini Skoumpourdi" userId="S::askoumpourdi@athtech.gr::fad3d35d-2695-405d-ba98-c0e0198b66fa" providerId="AD" clId="Web-{188DEE88-6EB1-4026-8F58-FA8B1EA07421}" dt="2020-11-02T11:54:34.595" v="176" actId="1076"/>
          <ac:picMkLst>
            <pc:docMk/>
            <pc:sldMk cId="0" sldId="262"/>
            <ac:picMk id="10" creationId="{C3116D90-8358-434C-A50C-98983AC579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9fc59e9d8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9fc59e9d8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684fbfe4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a684fbfe4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a67886df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a67886dfa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a67886dfa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a67886dfa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67886dfa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67886dfa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fc59e9d8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fc59e9d8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fc59e9d8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fc59e9d8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3700">
                <a:solidFill>
                  <a:srgbClr val="0C343D"/>
                </a:solidFill>
              </a:rPr>
              <a:t>Sacchon</a:t>
            </a:r>
            <a:endParaRPr sz="3700">
              <a:solidFill>
                <a:srgbClr val="0C343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900">
                <a:solidFill>
                  <a:srgbClr val="0C343D"/>
                </a:solidFill>
              </a:rPr>
              <a:t>A Diabetes Management </a:t>
            </a:r>
            <a:endParaRPr sz="1900">
              <a:solidFill>
                <a:srgbClr val="0C343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900">
                <a:solidFill>
                  <a:srgbClr val="0C343D"/>
                </a:solidFill>
              </a:rPr>
              <a:t>Web Application</a:t>
            </a:r>
            <a:endParaRPr sz="1900">
              <a:solidFill>
                <a:srgbClr val="0C343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C343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0C343D"/>
                </a:solidFill>
              </a:rPr>
              <a:t>November 3, 2020</a:t>
            </a:r>
            <a:endParaRPr sz="1500">
              <a:solidFill>
                <a:srgbClr val="0C343D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l="20861" t="12525" r="20325" b="12517"/>
          <a:stretch/>
        </p:blipFill>
        <p:spPr>
          <a:xfrm>
            <a:off x="3035675" y="1518225"/>
            <a:ext cx="1624250" cy="96420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895800" y="575400"/>
            <a:ext cx="7352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2200">
                <a:solidFill>
                  <a:srgbClr val="0C343D"/>
                </a:solidFill>
                <a:latin typeface="Cambria"/>
                <a:ea typeface="Cambria"/>
                <a:cs typeface="Cambria"/>
                <a:sym typeface="Cambria"/>
              </a:rPr>
              <a:t>Software Engineering Bootcamp</a:t>
            </a:r>
            <a:endParaRPr sz="2200">
              <a:solidFill>
                <a:srgbClr val="0C34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2200">
                <a:solidFill>
                  <a:srgbClr val="0C343D"/>
                </a:solidFill>
                <a:latin typeface="Cambria"/>
                <a:ea typeface="Cambria"/>
                <a:cs typeface="Cambria"/>
                <a:sym typeface="Cambria"/>
              </a:rPr>
              <a:t>Java &amp; Angular</a:t>
            </a:r>
            <a:endParaRPr sz="2200">
              <a:solidFill>
                <a:srgbClr val="0C34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2200">
                <a:solidFill>
                  <a:srgbClr val="0C343D"/>
                </a:solidFill>
                <a:latin typeface="Cambria"/>
                <a:ea typeface="Cambria"/>
                <a:cs typeface="Cambria"/>
                <a:sym typeface="Cambria"/>
              </a:rPr>
              <a:t>powered by Pfizer</a:t>
            </a:r>
            <a:endParaRPr sz="2200">
              <a:solidFill>
                <a:srgbClr val="0C34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675E4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902400" y="4568075"/>
            <a:ext cx="54018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1259500" y="4626800"/>
            <a:ext cx="6687600" cy="5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0C343D"/>
                </a:solidFill>
              </a:rPr>
              <a:t>By: Haritini Zisi, Nikos Delis, Thomas Ferfelis, Katerina Skoumpourdi</a:t>
            </a:r>
            <a:endParaRPr sz="1500">
              <a:solidFill>
                <a:srgbClr val="0C343D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925" y="1712625"/>
            <a:ext cx="2035245" cy="57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122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2600">
                <a:solidFill>
                  <a:srgbClr val="0C343D"/>
                </a:solidFill>
              </a:rPr>
              <a:t>Meet our Team</a:t>
            </a:r>
            <a:endParaRPr>
              <a:solidFill>
                <a:srgbClr val="0C343D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6829925" y="3024650"/>
            <a:ext cx="2314200" cy="2134500"/>
          </a:xfrm>
          <a:prstGeom prst="rect">
            <a:avLst/>
          </a:prstGeom>
          <a:solidFill>
            <a:srgbClr val="EAD1DC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 err="1">
                <a:solidFill>
                  <a:srgbClr val="0C343D"/>
                </a:solidFill>
              </a:rPr>
              <a:t>Katerina</a:t>
            </a:r>
            <a:r>
              <a:rPr lang="el" sz="1600">
                <a:solidFill>
                  <a:srgbClr val="0C343D"/>
                </a:solidFill>
              </a:rPr>
              <a:t> </a:t>
            </a:r>
            <a:r>
              <a:rPr lang="el" sz="1600" err="1">
                <a:solidFill>
                  <a:srgbClr val="0C343D"/>
                </a:solidFill>
              </a:rPr>
              <a:t>Skoumpourdi</a:t>
            </a:r>
            <a:endParaRPr sz="1600" err="1">
              <a:solidFill>
                <a:srgbClr val="0C343D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>
                <a:solidFill>
                  <a:srgbClr val="0C343D"/>
                </a:solidFill>
              </a:rPr>
              <a:t>Electrical &amp; Computer Engineer</a:t>
            </a:r>
            <a:endParaRPr>
              <a:solidFill>
                <a:srgbClr val="0C343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C343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C343D"/>
              </a:solidFill>
            </a:endParaRPr>
          </a:p>
          <a:p>
            <a:pPr marL="0" lvl="0" indent="45720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>
              <a:solidFill>
                <a:srgbClr val="0C343D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7850" y="937058"/>
            <a:ext cx="2276150" cy="210321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2050" y="934100"/>
            <a:ext cx="2314200" cy="20643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l" sz="1600" err="1">
                <a:solidFill>
                  <a:srgbClr val="0C343D"/>
                </a:solidFill>
              </a:rPr>
              <a:t>Haritini</a:t>
            </a:r>
            <a:r>
              <a:rPr lang="el" sz="1600">
                <a:solidFill>
                  <a:srgbClr val="0C343D"/>
                </a:solidFill>
              </a:rPr>
              <a:t> </a:t>
            </a:r>
            <a:r>
              <a:rPr lang="el" sz="1600" err="1">
                <a:solidFill>
                  <a:srgbClr val="0C343D"/>
                </a:solidFill>
              </a:rPr>
              <a:t>Zisi</a:t>
            </a:r>
            <a:endParaRPr lang="el" sz="1600">
              <a:solidFill>
                <a:srgbClr val="0C343D"/>
              </a:solidFill>
            </a:endParaRPr>
          </a:p>
          <a:p>
            <a:pPr marL="0" indent="0" algn="ctr">
              <a:lnSpc>
                <a:spcPct val="114999"/>
              </a:lnSpc>
              <a:spcAft>
                <a:spcPts val="1600"/>
              </a:spcAft>
              <a:buNone/>
            </a:pPr>
            <a:r>
              <a:rPr lang="el" sz="1600">
                <a:solidFill>
                  <a:srgbClr val="0C343D"/>
                </a:solidFill>
              </a:rPr>
              <a:t>Software Engineer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2286025" y="3024650"/>
            <a:ext cx="2276100" cy="21345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 err="1">
                <a:solidFill>
                  <a:srgbClr val="0C343D"/>
                </a:solidFill>
              </a:rPr>
              <a:t>Nikos</a:t>
            </a:r>
            <a:r>
              <a:rPr lang="el" sz="1600">
                <a:solidFill>
                  <a:srgbClr val="0C343D"/>
                </a:solidFill>
              </a:rPr>
              <a:t> </a:t>
            </a:r>
            <a:r>
              <a:rPr lang="el" sz="1600" err="1">
                <a:solidFill>
                  <a:srgbClr val="0C343D"/>
                </a:solidFill>
              </a:rPr>
              <a:t>Delis</a:t>
            </a:r>
            <a:endParaRPr sz="1600" err="1">
              <a:solidFill>
                <a:srgbClr val="0C343D"/>
              </a:solidFill>
            </a:endParaRPr>
          </a:p>
          <a:p>
            <a:pPr marL="0" indent="0" algn="ctr">
              <a:lnSpc>
                <a:spcPct val="114999"/>
              </a:lnSpc>
              <a:buNone/>
            </a:pPr>
            <a:endParaRPr lang="el" sz="1600">
              <a:solidFill>
                <a:srgbClr val="0C343D"/>
              </a:solidFill>
            </a:endParaRPr>
          </a:p>
          <a:p>
            <a:pPr marL="0" indent="0" algn="ctr">
              <a:lnSpc>
                <a:spcPct val="114999"/>
              </a:lnSpc>
              <a:buNone/>
            </a:pPr>
            <a:r>
              <a:rPr lang="el" sz="1600">
                <a:solidFill>
                  <a:srgbClr val="0C343D"/>
                </a:solidFill>
              </a:rPr>
              <a:t>Software Engineer</a:t>
            </a:r>
            <a:endParaRPr lang="el">
              <a:solidFill>
                <a:srgbClr val="0C343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C343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C343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C343D"/>
              </a:solidFill>
            </a:endParaRPr>
          </a:p>
          <a:p>
            <a:pPr marL="0" lvl="0" indent="45720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>
              <a:solidFill>
                <a:srgbClr val="0C343D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556294" y="935171"/>
            <a:ext cx="2317413" cy="2106958"/>
          </a:xfrm>
          <a:prstGeom prst="rect">
            <a:avLst/>
          </a:prstGeom>
          <a:solidFill>
            <a:srgbClr val="D0E0E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 err="1">
                <a:solidFill>
                  <a:srgbClr val="0C343D"/>
                </a:solidFill>
              </a:rPr>
              <a:t>Thomas</a:t>
            </a:r>
            <a:r>
              <a:rPr lang="el" sz="1600">
                <a:solidFill>
                  <a:srgbClr val="0C343D"/>
                </a:solidFill>
              </a:rPr>
              <a:t> </a:t>
            </a:r>
            <a:r>
              <a:rPr lang="el" sz="1600" err="1">
                <a:solidFill>
                  <a:srgbClr val="0C343D"/>
                </a:solidFill>
              </a:rPr>
              <a:t>Ferfelis</a:t>
            </a:r>
            <a:endParaRPr lang="el" sz="1600">
              <a:solidFill>
                <a:srgbClr val="0C343D"/>
              </a:solidFill>
            </a:endParaRPr>
          </a:p>
          <a:p>
            <a:pPr marL="0" indent="0" algn="ctr">
              <a:lnSpc>
                <a:spcPct val="114999"/>
              </a:lnSpc>
              <a:buNone/>
            </a:pPr>
            <a:endParaRPr lang="el" sz="1600">
              <a:solidFill>
                <a:srgbClr val="0C343D"/>
              </a:solidFill>
            </a:endParaRPr>
          </a:p>
          <a:p>
            <a:pPr marL="0" indent="0" algn="ctr">
              <a:lnSpc>
                <a:spcPct val="114999"/>
              </a:lnSpc>
              <a:buNone/>
            </a:pPr>
            <a:r>
              <a:rPr lang="af-ZA" sz="1600" err="1">
                <a:solidFill>
                  <a:srgbClr val="0C343D"/>
                </a:solidFill>
              </a:rPr>
              <a:t>Computer</a:t>
            </a:r>
            <a:r>
              <a:rPr lang="af-ZA" sz="1600">
                <a:solidFill>
                  <a:srgbClr val="0C343D"/>
                </a:solidFill>
              </a:rPr>
              <a:t> </a:t>
            </a:r>
            <a:r>
              <a:rPr lang="af-ZA" sz="1600" err="1">
                <a:solidFill>
                  <a:srgbClr val="0C343D"/>
                </a:solidFill>
              </a:rPr>
              <a:t>Engineer</a:t>
            </a:r>
            <a:endParaRPr lang="el" err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C343D"/>
              </a:solidFill>
            </a:endParaRPr>
          </a:p>
          <a:p>
            <a:pPr marL="0" lvl="0" indent="0" algn="l" rtl="0">
              <a:spcBef>
                <a:spcPts val="1600"/>
              </a:spcBef>
              <a:buNone/>
            </a:pPr>
            <a:endParaRPr>
              <a:solidFill>
                <a:srgbClr val="0C343D"/>
              </a:solidFill>
            </a:endParaRPr>
          </a:p>
          <a:p>
            <a:pPr marL="0" indent="457200">
              <a:spcBef>
                <a:spcPts val="1600"/>
              </a:spcBef>
              <a:spcAft>
                <a:spcPts val="1600"/>
              </a:spcAft>
              <a:buNone/>
            </a:pPr>
            <a:endParaRPr lang="en-US" sz="1600">
              <a:solidFill>
                <a:srgbClr val="0C343D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237" y="2952950"/>
            <a:ext cx="2342775" cy="21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A person standing on a grass field posing for the camera&#10;&#10;Description automatically generated">
            <a:extLst>
              <a:ext uri="{FF2B5EF4-FFF2-40B4-BE49-F238E27FC236}">
                <a16:creationId xmlns:a16="http://schemas.microsoft.com/office/drawing/2014/main" id="{9AED9C36-4C8F-4D04-B805-652FA6B1D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114" y="3055230"/>
            <a:ext cx="2286000" cy="2076450"/>
          </a:xfrm>
          <a:prstGeom prst="rect">
            <a:avLst/>
          </a:prstGeom>
        </p:spPr>
      </p:pic>
      <p:pic>
        <p:nvPicPr>
          <p:cNvPr id="7" name="Picture 7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C15542CC-E229-4720-B279-07F99F1CA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3843" y="932484"/>
            <a:ext cx="2259623" cy="2091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186763" y="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600">
                <a:solidFill>
                  <a:srgbClr val="0C343D"/>
                </a:solidFill>
              </a:rPr>
              <a:t>Class Diagram</a:t>
            </a:r>
            <a:endParaRPr sz="2600">
              <a:solidFill>
                <a:srgbClr val="0C343D"/>
              </a:solidFill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1117"/>
          <a:stretch/>
        </p:blipFill>
        <p:spPr>
          <a:xfrm>
            <a:off x="898600" y="541400"/>
            <a:ext cx="7564425" cy="46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264725" y="115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600">
                <a:solidFill>
                  <a:srgbClr val="0C343D"/>
                </a:solidFill>
              </a:rPr>
              <a:t>Work Structure</a:t>
            </a:r>
            <a:endParaRPr sz="2600">
              <a:solidFill>
                <a:srgbClr val="0C343D"/>
              </a:solidFill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1700" y="782850"/>
            <a:ext cx="7932000" cy="30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Application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Exceptions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Jpa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Model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Repository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Representation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Resource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l" sz="1600"/>
              <a:t>Router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l" sz="1600"/>
              <a:t>Security</a:t>
            </a:r>
            <a:endParaRPr sz="1600"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575" y="3820486"/>
            <a:ext cx="1635425" cy="1314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800" y="1049762"/>
            <a:ext cx="1403000" cy="14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0800" y="2123925"/>
            <a:ext cx="1533700" cy="15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6125" y="782838"/>
            <a:ext cx="894450" cy="7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1775" y="2814525"/>
            <a:ext cx="999650" cy="9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8">
            <a:alphaModFix/>
          </a:blip>
          <a:srcRect t="13077" b="14390"/>
          <a:stretch/>
        </p:blipFill>
        <p:spPr>
          <a:xfrm>
            <a:off x="6204500" y="1274900"/>
            <a:ext cx="1635437" cy="11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9">
            <a:alphaModFix/>
          </a:blip>
          <a:srcRect l="29603" t="4760" r="28796" b="-4760"/>
          <a:stretch/>
        </p:blipFill>
        <p:spPr>
          <a:xfrm>
            <a:off x="6840275" y="2808226"/>
            <a:ext cx="999660" cy="10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 rotWithShape="1">
          <a:blip r:embed="rId10">
            <a:alphaModFix/>
          </a:blip>
          <a:srcRect l="19009" t="28740" r="20468" b="28280"/>
          <a:stretch/>
        </p:blipFill>
        <p:spPr>
          <a:xfrm>
            <a:off x="3517226" y="4167450"/>
            <a:ext cx="2109554" cy="83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3" descr="Icon&#10;&#10;Description automatically generated">
            <a:extLst>
              <a:ext uri="{FF2B5EF4-FFF2-40B4-BE49-F238E27FC236}">
                <a16:creationId xmlns:a16="http://schemas.microsoft.com/office/drawing/2014/main" id="{E2ED543E-99C2-4B79-8B16-3D059816E0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901700"/>
            <a:ext cx="196850" cy="215900"/>
          </a:xfrm>
          <a:prstGeom prst="rect">
            <a:avLst/>
          </a:prstGeom>
        </p:spPr>
      </p:pic>
      <p:pic>
        <p:nvPicPr>
          <p:cNvPr id="22" name="Picture 3" descr="Icon&#10;&#10;Description automatically generated">
            <a:extLst>
              <a:ext uri="{FF2B5EF4-FFF2-40B4-BE49-F238E27FC236}">
                <a16:creationId xmlns:a16="http://schemas.microsoft.com/office/drawing/2014/main" id="{6AC9F5E7-4530-4E4A-B260-5EA284152C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1835149"/>
            <a:ext cx="196850" cy="215900"/>
          </a:xfrm>
          <a:prstGeom prst="rect">
            <a:avLst/>
          </a:prstGeom>
        </p:spPr>
      </p:pic>
      <p:pic>
        <p:nvPicPr>
          <p:cNvPr id="23" name="Picture 3" descr="Icon&#10;&#10;Description automatically generated">
            <a:extLst>
              <a:ext uri="{FF2B5EF4-FFF2-40B4-BE49-F238E27FC236}">
                <a16:creationId xmlns:a16="http://schemas.microsoft.com/office/drawing/2014/main" id="{DEC91253-2126-41EC-ADA4-16A441384E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1377949"/>
            <a:ext cx="196850" cy="215900"/>
          </a:xfrm>
          <a:prstGeom prst="rect">
            <a:avLst/>
          </a:prstGeom>
        </p:spPr>
      </p:pic>
      <p:pic>
        <p:nvPicPr>
          <p:cNvPr id="26" name="Picture 3" descr="Icon&#10;&#10;Description automatically generated">
            <a:extLst>
              <a:ext uri="{FF2B5EF4-FFF2-40B4-BE49-F238E27FC236}">
                <a16:creationId xmlns:a16="http://schemas.microsoft.com/office/drawing/2014/main" id="{388DB0A0-B1C8-4D49-AAD0-23D81602B7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3270248"/>
            <a:ext cx="196850" cy="215900"/>
          </a:xfrm>
          <a:prstGeom prst="rect">
            <a:avLst/>
          </a:prstGeom>
        </p:spPr>
      </p:pic>
      <p:pic>
        <p:nvPicPr>
          <p:cNvPr id="27" name="Picture 3" descr="Icon&#10;&#10;Description automatically generated">
            <a:extLst>
              <a:ext uri="{FF2B5EF4-FFF2-40B4-BE49-F238E27FC236}">
                <a16:creationId xmlns:a16="http://schemas.microsoft.com/office/drawing/2014/main" id="{908D9D87-1371-45CF-83D8-0714D53AE8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2330448"/>
            <a:ext cx="196850" cy="215900"/>
          </a:xfrm>
          <a:prstGeom prst="rect">
            <a:avLst/>
          </a:prstGeom>
        </p:spPr>
      </p:pic>
      <p:pic>
        <p:nvPicPr>
          <p:cNvPr id="28" name="Picture 3" descr="Icon&#10;&#10;Description automatically generated">
            <a:extLst>
              <a:ext uri="{FF2B5EF4-FFF2-40B4-BE49-F238E27FC236}">
                <a16:creationId xmlns:a16="http://schemas.microsoft.com/office/drawing/2014/main" id="{EB1DEAD9-F41F-4CB7-A462-C1C12D14D6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2781298"/>
            <a:ext cx="196850" cy="215900"/>
          </a:xfrm>
          <a:prstGeom prst="rect">
            <a:avLst/>
          </a:prstGeom>
        </p:spPr>
      </p:pic>
      <p:pic>
        <p:nvPicPr>
          <p:cNvPr id="29" name="Picture 3" descr="Icon&#10;&#10;Description automatically generated">
            <a:extLst>
              <a:ext uri="{FF2B5EF4-FFF2-40B4-BE49-F238E27FC236}">
                <a16:creationId xmlns:a16="http://schemas.microsoft.com/office/drawing/2014/main" id="{EE4E4222-5032-472C-A4B2-4BA91D0DA0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4686298"/>
            <a:ext cx="196850" cy="215900"/>
          </a:xfrm>
          <a:prstGeom prst="rect">
            <a:avLst/>
          </a:prstGeom>
        </p:spPr>
      </p:pic>
      <p:pic>
        <p:nvPicPr>
          <p:cNvPr id="30" name="Picture 3" descr="Icon&#10;&#10;Description automatically generated">
            <a:extLst>
              <a:ext uri="{FF2B5EF4-FFF2-40B4-BE49-F238E27FC236}">
                <a16:creationId xmlns:a16="http://schemas.microsoft.com/office/drawing/2014/main" id="{7A5A66C2-448D-4219-BFFF-43E0256998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4210048"/>
            <a:ext cx="196850" cy="215900"/>
          </a:xfrm>
          <a:prstGeom prst="rect">
            <a:avLst/>
          </a:prstGeom>
        </p:spPr>
      </p:pic>
      <p:pic>
        <p:nvPicPr>
          <p:cNvPr id="38" name="Picture 3" descr="Icon&#10;&#10;Description automatically generated">
            <a:extLst>
              <a:ext uri="{FF2B5EF4-FFF2-40B4-BE49-F238E27FC236}">
                <a16:creationId xmlns:a16="http://schemas.microsoft.com/office/drawing/2014/main" id="{1C841357-1C4A-42D7-BB77-BD708F768C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600" y="3714748"/>
            <a:ext cx="19685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311700" y="114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600">
                <a:solidFill>
                  <a:srgbClr val="0C343D"/>
                </a:solidFill>
              </a:rPr>
              <a:t>Team work</a:t>
            </a:r>
            <a:endParaRPr sz="2600">
              <a:solidFill>
                <a:srgbClr val="0C343D"/>
              </a:solidFill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500" y="3519225"/>
            <a:ext cx="1854574" cy="104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400" y="2569949"/>
            <a:ext cx="719625" cy="7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Icon&#10;&#10;Description automatically generated">
            <a:extLst>
              <a:ext uri="{FF2B5EF4-FFF2-40B4-BE49-F238E27FC236}">
                <a16:creationId xmlns:a16="http://schemas.microsoft.com/office/drawing/2014/main" id="{06D811E5-0582-43C3-BE83-0532D0224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350" y="2355850"/>
            <a:ext cx="1104900" cy="1104900"/>
          </a:xfrm>
          <a:prstGeom prst="rect">
            <a:avLst/>
          </a:prstGeom>
        </p:spPr>
      </p:pic>
      <p:pic>
        <p:nvPicPr>
          <p:cNvPr id="3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FD7D2291-F5A5-40F3-9D1A-FB1B232AEB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50" y="880204"/>
            <a:ext cx="6273800" cy="41577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229500" y="699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l" sz="3000">
                <a:solidFill>
                  <a:srgbClr val="0C343D"/>
                </a:solidFill>
              </a:rPr>
              <a:t>Live Demonstration!</a:t>
            </a:r>
            <a:endParaRPr sz="30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311700" y="351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accent2">
                    <a:lumMod val="90000"/>
                    <a:lumOff val="10000"/>
                  </a:schemeClr>
                </a:solidFill>
              </a:rPr>
              <a:t>Evaluation</a:t>
            </a:r>
            <a:endParaRPr>
              <a:solidFill>
                <a:schemeClr val="accent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284158" y="112817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 sz="1600"/>
              <a:t>All tasks completed</a:t>
            </a:r>
            <a:endParaRPr lang="en-US"/>
          </a:p>
          <a:p>
            <a:pPr>
              <a:lnSpc>
                <a:spcPct val="114999"/>
              </a:lnSpc>
              <a:buNone/>
            </a:pPr>
            <a:r>
              <a:rPr lang="en-US" sz="1600"/>
              <a:t>Great collaboration</a:t>
            </a:r>
            <a:endParaRPr lang="en-US"/>
          </a:p>
          <a:p>
            <a:pPr>
              <a:lnSpc>
                <a:spcPct val="114999"/>
              </a:lnSpc>
              <a:buNone/>
            </a:pPr>
            <a:r>
              <a:rPr lang="en-US" sz="1600"/>
              <a:t>Clean code - Javadocs</a:t>
            </a:r>
            <a:endParaRPr lang="en-US"/>
          </a:p>
          <a:p>
            <a:pPr>
              <a:lnSpc>
                <a:spcPct val="114999"/>
              </a:lnSpc>
              <a:buNone/>
            </a:pPr>
            <a:r>
              <a:rPr lang="en-US" sz="1600"/>
              <a:t>Friendly UI</a:t>
            </a:r>
            <a:endParaRPr lang="en-US"/>
          </a:p>
          <a:p>
            <a:pPr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  <a:buNone/>
            </a:pPr>
            <a:r>
              <a:rPr lang="en-US" sz="1600"/>
              <a:t>Authguard</a:t>
            </a:r>
            <a:endParaRPr lang="en-US"/>
          </a:p>
          <a:p>
            <a:pPr>
              <a:lnSpc>
                <a:spcPct val="114999"/>
              </a:lnSpc>
              <a:buNone/>
            </a:pPr>
            <a:r>
              <a:rPr lang="en-US" sz="1600"/>
              <a:t>Refactoring</a:t>
            </a:r>
            <a:endParaRPr lang="en-US"/>
          </a:p>
          <a:p>
            <a:pPr>
              <a:lnSpc>
                <a:spcPct val="114999"/>
              </a:lnSpc>
              <a:buNone/>
            </a:pPr>
            <a:br>
              <a:rPr lang="en-US"/>
            </a:b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br>
              <a:rPr lang="en-US"/>
            </a:b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endParaRPr lang="en-US" sz="1600">
              <a:solidFill>
                <a:schemeClr val="accent2">
                  <a:lumMod val="90000"/>
                  <a:lumOff val="10000"/>
                </a:schemeClr>
              </a:solidFill>
            </a:endParaRP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endParaRPr lang="en-US">
              <a:solidFill>
                <a:schemeClr val="accent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Picture 3" descr="Shape, arrow&#10;&#10;Description automatically generated">
            <a:extLst>
              <a:ext uri="{FF2B5EF4-FFF2-40B4-BE49-F238E27FC236}">
                <a16:creationId xmlns:a16="http://schemas.microsoft.com/office/drawing/2014/main" id="{7E33132D-0E66-4942-9E71-C2F0894B5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1" y="1259194"/>
            <a:ext cx="173861" cy="180746"/>
          </a:xfrm>
          <a:prstGeom prst="rect">
            <a:avLst/>
          </a:prstGeom>
        </p:spPr>
      </p:pic>
      <p:pic>
        <p:nvPicPr>
          <p:cNvPr id="6" name="Picture 3" descr="Shape, arrow&#10;&#10;Description automatically generated">
            <a:extLst>
              <a:ext uri="{FF2B5EF4-FFF2-40B4-BE49-F238E27FC236}">
                <a16:creationId xmlns:a16="http://schemas.microsoft.com/office/drawing/2014/main" id="{4904C142-0EA3-4AC2-AB1E-58CAB9B7D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1" y="1548386"/>
            <a:ext cx="173861" cy="180746"/>
          </a:xfrm>
          <a:prstGeom prst="rect">
            <a:avLst/>
          </a:prstGeom>
        </p:spPr>
      </p:pic>
      <p:pic>
        <p:nvPicPr>
          <p:cNvPr id="7" name="Picture 3" descr="Shape, arrow&#10;&#10;Description automatically generated">
            <a:extLst>
              <a:ext uri="{FF2B5EF4-FFF2-40B4-BE49-F238E27FC236}">
                <a16:creationId xmlns:a16="http://schemas.microsoft.com/office/drawing/2014/main" id="{42B796DF-ECE0-436D-91CA-67AF8456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0" y="1782495"/>
            <a:ext cx="173861" cy="180746"/>
          </a:xfrm>
          <a:prstGeom prst="rect">
            <a:avLst/>
          </a:prstGeom>
        </p:spPr>
      </p:pic>
      <p:pic>
        <p:nvPicPr>
          <p:cNvPr id="8" name="Picture 3" descr="Shape, arrow&#10;&#10;Description automatically generated">
            <a:extLst>
              <a:ext uri="{FF2B5EF4-FFF2-40B4-BE49-F238E27FC236}">
                <a16:creationId xmlns:a16="http://schemas.microsoft.com/office/drawing/2014/main" id="{256FE601-296F-425B-9163-6B5482986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1" y="2064803"/>
            <a:ext cx="173861" cy="180746"/>
          </a:xfrm>
          <a:prstGeom prst="rect">
            <a:avLst/>
          </a:prstGeom>
        </p:spPr>
      </p:pic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85F1EA8D-77E7-428A-8EC0-2E1BF9A18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380000" flipV="1">
            <a:off x="232005" y="2694265"/>
            <a:ext cx="164871" cy="171845"/>
          </a:xfrm>
          <a:prstGeom prst="rect">
            <a:avLst/>
          </a:prstGeom>
        </p:spPr>
      </p:pic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C3116D90-8358-434C-A50C-98983AC57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380000" flipV="1">
            <a:off x="225160" y="2932478"/>
            <a:ext cx="171221" cy="165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381900" y="8515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l" sz="3000">
                <a:solidFill>
                  <a:srgbClr val="0C343D"/>
                </a:solidFill>
              </a:rPr>
              <a:t>Thank you for your attention!</a:t>
            </a:r>
            <a:endParaRPr sz="30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EE733B4BE3394CB86279A89DC9FB67" ma:contentTypeVersion="6" ma:contentTypeDescription="Create a new document." ma:contentTypeScope="" ma:versionID="70bdcc769d66d6767a39e68be828d64c">
  <xsd:schema xmlns:xsd="http://www.w3.org/2001/XMLSchema" xmlns:xs="http://www.w3.org/2001/XMLSchema" xmlns:p="http://schemas.microsoft.com/office/2006/metadata/properties" xmlns:ns2="75117a53-010c-4d10-b419-608dcc0bea07" targetNamespace="http://schemas.microsoft.com/office/2006/metadata/properties" ma:root="true" ma:fieldsID="5b2c2ab61e0edc527d46ccf1f40f1824" ns2:_="">
    <xsd:import namespace="75117a53-010c-4d10-b419-608dcc0bea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117a53-010c-4d10-b419-608dcc0bea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2199AE-6952-45B9-8836-089BA51F5E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539B413-111A-4BD4-BE31-6A3A926156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D84511-1C8A-4A73-AF8B-5EC2E127C082}">
  <ds:schemaRefs>
    <ds:schemaRef ds:uri="75117a53-010c-4d10-b419-608dcc0bea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PowerPoint Presentation</vt:lpstr>
      <vt:lpstr>Meet our Team</vt:lpstr>
      <vt:lpstr>Class Diagram</vt:lpstr>
      <vt:lpstr>Work Structure</vt:lpstr>
      <vt:lpstr>Team work</vt:lpstr>
      <vt:lpstr>PowerPoint Presentation</vt:lpstr>
      <vt:lpstr>Evaluation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2020-11-03T10:03:26Z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0x010100FEEE733B4BE3394CB86279A89DC9FB67</vt:lpwstr>
  </property>
</Properties>
</file>